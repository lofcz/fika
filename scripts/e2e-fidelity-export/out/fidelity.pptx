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Roboto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ype="http://schemas.openxmlformats.org/officeDocument/2006/relationships/font" Target="fonts/201314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Sales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Sales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ioBot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>
            <a:lvl1pPr indent="0" marL="0">
              <a:buNone/>
              <a:defRPr lang="en-US" dirty="0"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gradFill rotWithShape="1">
          <a:gsLst>
            <a:gs pos="0">
              <a:srgbClr val="FFFFFF"/>
            </a:gs>
            <a:gs pos="100000">
              <a:srgbClr val="E8F1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lin ang="54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Slide 1: gradient background + gradient shape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Animated text (fadeIn on click)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91440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18872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Roboto: </a:t>
            </a:r>
            <a:r>
              <a:rPr lang="en-US" sz="2800" dirty="0">
                <a:solidFill>
                  <a:srgbClr val="5B9BD5"/>
                </a:solidFill>
              </a:rPr>
              <a:t>theme accent text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Slide 3: theme + embedded font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8229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2743200" cy="2743200"/>
          </a:xfrm>
          <a:prstGeom prst="roundRect">
            <a:avLst>
              <a:gd name="adj" fmla="val 5000"/>
            </a:avLst>
          </a:prstGeom>
          <a:ln w="25400">
            <a:solidFill>
              <a:srgbClr val="FF0000"/>
            </a:solidFill>
          </a:ln>
          <a:effectLst>
            <a:outerShdw sx="100000" sy="100000" kx="0" ky="0" algn="bl" rotWithShape="0" blurRad="76200" dist="50800" dir="2700000">
              <a:srgbClr val="333333">
                <a:alpha val="5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91440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Slide 5: rounded image + outline + shadow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en-US" sz="2400" dirty="0">
                <a:latin typeface="Roboto" pitchFamily="34" charset="0"/>
                <a:ea typeface="Roboto" pitchFamily="34" charset="-122"/>
                <a:cs typeface="Roboto" pitchFamily="34" charset="-120"/>
              </a:rPr>
              <a:t>Placeholder title (Roboto, valign top)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600" dirty="0"/>
              <a:t>Body placeholder, valign middle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ysClr val="windowText" lastClr="333333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2026-08-06T05:07:34Z</dcterms:created>
  <dcterms:modified xsi:type="dcterms:W3CDTF">2026-08-06T05:07:34Z</dcterms:modified>
</cp:coreProperties>
</file>