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754880" cy="1645920"/>
          </a:xfrm>
          <a:prstGeom prst="rect">
            <a:avLst>
              <a:gd name="adj" fmla="val 3086"/>
            </a:avLst>
          </a:prstGeom>
          <a:solidFill>
            <a:srgbClr val="24292E"/>
          </a:solidFill>
          <a:ln/>
        </p:spPr>
        <p:txBody>
          <a:bodyPr wrap="none" lIns="146304" tIns="109728" rIns="146304" bIns="109728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1296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96" dirty="0">
                <a:solidFill>
                  <a:srgbClr val="B39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96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96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96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96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96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`Hello, ${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96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}!`</a:t>
            </a:r>
            <a:endParaRPr lang="en-US" sz="1296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96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96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96" dirty="0">
                <a:solidFill>
                  <a:srgbClr val="707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</a:t>
            </a:r>
            <a:r>
              <a:rPr lang="en-US" sz="1296" dirty="0">
                <a:solidFill>
                  <a:srgbClr val="B39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B39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1296" dirty="0">
                <a:solidFill>
                  <a:srgbClr val="E1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2026-08-15T02:39:57Z</dcterms:created>
  <dcterms:modified xsi:type="dcterms:W3CDTF">2026-08-15T02:39:57Z</dcterms:modified>
</cp:coreProperties>
</file>