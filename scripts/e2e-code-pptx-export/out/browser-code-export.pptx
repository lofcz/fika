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ioB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ioBot_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>
            <a:lvl1pPr algn="ctr" indent="0" marL="0">
              <a:buNone/>
              <a:defRPr lang="en-US" sz="4752" dirty="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752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2404872"/>
            <a:ext cx="694944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>
            <a:lvl1pPr algn="ctr" indent="0" marL="0">
              <a:buNone/>
              <a:defRPr lang="en-US" sz="2880" dirty="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8608" y="1844802"/>
            <a:ext cx="3986784" cy="1453896"/>
          </a:xfrm>
          <a:prstGeom prst="rect">
            <a:avLst>
              <a:gd name="adj" fmla="val 3956"/>
            </a:avLst>
          </a:prstGeom>
          <a:solidFill>
            <a:srgbClr val="24292E"/>
          </a:solidFill>
          <a:ln/>
        </p:spPr>
        <p:txBody>
          <a:bodyPr wrap="square" lIns="146304" tIns="109728" rIns="146304" bIns="10972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`Hello, ${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}!`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96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0972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>
            <a:lvl1pPr algn="ctr" indent="0" marL="0">
              <a:buNone/>
              <a:defRPr lang="en-US" sz="4752" dirty="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752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97280" y="2404872"/>
            <a:ext cx="694944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>
            <a:lvl1pPr algn="ctr" indent="0" marL="0">
              <a:buNone/>
              <a:defRPr lang="en-US" sz="2880" dirty="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B5BDB"/>
      </a:accent1>
      <a:accent2>
        <a:srgbClr val="1C7ED6"/>
      </a:accent2>
      <a:accent3>
        <a:srgbClr val="0CA678"/>
      </a:accent3>
      <a:accent4>
        <a:srgbClr val="F59F00"/>
      </a:accent4>
      <a:accent5>
        <a:srgbClr val="7048E8"/>
      </a:accent5>
      <a:accent6>
        <a:srgbClr val="2F9E44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2026-08-15T02:29:34Z</dcterms:created>
  <dcterms:modified xsi:type="dcterms:W3CDTF">2026-08-15T02:29:34Z</dcterms:modified>
</cp:coreProperties>
</file>