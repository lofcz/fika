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194560" cy="1645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3200400" y="457200"/>
            <a:ext cx="1645920" cy="16459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5486400" y="457200"/>
            <a:ext cx="2194560" cy="16459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Images: plain, rotated 30°, 40% transparent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2026-07-18T07:51:36Z</dcterms:created>
  <dcterms:modified xsi:type="dcterms:W3CDTF">2026-07-18T07:51:36Z</dcterms:modified>
</cp:coreProperties>
</file>