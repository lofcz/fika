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Corpus 05 — groups and freeform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097280"/>
            <a:ext cx="2743200" cy="1828800"/>
            <a:chOff x="731520" y="1097280"/>
            <a:chExt cx="2743200" cy="1828800"/>
          </a:xfrm>
        </p:grpSpPr>
        <p:sp>
          <p:nvSpPr>
            <p:cNvPr id="4" name="Rectangle 3"/>
            <p:cNvSpPr/>
            <p:nvPr/>
          </p:nvSpPr>
          <p:spPr>
            <a:xfrm>
              <a:off x="731520" y="1097280"/>
              <a:ext cx="146304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377440" y="1280160"/>
              <a:ext cx="1097280" cy="10972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246888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caption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 rot="900000">
            <a:off x="4754880" y="1097280"/>
            <a:ext cx="2560320" cy="2011680"/>
            <a:chOff x="4754880" y="1097280"/>
            <a:chExt cx="2560320" cy="2011680"/>
          </a:xfrm>
        </p:grpSpPr>
        <p:grpSp>
          <p:nvGrpSpPr>
            <p:cNvPr id="8" name="Group 7"/>
            <p:cNvGrpSpPr/>
            <p:nvPr/>
          </p:nvGrpSpPr>
          <p:grpSpPr>
            <a:xfrm>
              <a:off x="4754880" y="1097280"/>
              <a:ext cx="2560320" cy="1097280"/>
              <a:chOff x="4754880" y="1097280"/>
              <a:chExt cx="2560320" cy="1097280"/>
            </a:xfrm>
          </p:grpSpPr>
          <p:sp>
            <p:nvSpPr>
              <p:cNvPr id="9" name="Diamond 8"/>
              <p:cNvSpPr/>
              <p:nvPr/>
            </p:nvSpPr>
            <p:spPr>
              <a:xfrm>
                <a:off x="4754880" y="1097280"/>
                <a:ext cx="1097280" cy="1097280"/>
              </a:xfrm>
              <a:prstGeom prst="diamon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035040" y="1280160"/>
                <a:ext cx="1280160" cy="73152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Right Arrow 10"/>
            <p:cNvSpPr/>
            <p:nvPr/>
          </p:nvSpPr>
          <p:spPr>
            <a:xfrm>
              <a:off x="4754880" y="2377440"/>
              <a:ext cx="2194560" cy="7315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Freeform 11"/>
          <p:cNvSpPr/>
          <p:nvPr/>
        </p:nvSpPr>
        <p:spPr>
          <a:xfrm>
            <a:off x="640080" y="3657600"/>
            <a:ext cx="1371600" cy="1005840"/>
          </a:xfrm>
          <a:custGeom>
            <a:avLst/>
            <a:gdLst/>
            <a:ahLst/>
            <a:cxnLst/>
            <a:rect l="l" t="t" r="r" b="b"/>
            <a:pathLst>
              <a:path w="1371600" h="1005840">
                <a:moveTo>
                  <a:pt x="274320" y="0"/>
                </a:moveTo>
                <a:lnTo>
                  <a:pt x="1371600" y="182880"/>
                </a:lnTo>
                <a:lnTo>
                  <a:pt x="1097280" y="1005840"/>
                </a:lnTo>
                <a:lnTo>
                  <a:pt x="0" y="82296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