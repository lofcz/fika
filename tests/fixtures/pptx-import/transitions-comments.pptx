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ppt/comments/commentSlide1.xml" ContentType="application/vnd.ms-powerpoint.comments+xml"/>
  <Override PartName="/ppt/comments/commentSlide2.xml" ContentType="application/vnd.ms-powerpoint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p188="http://schemas.microsoft.com/office/powerpoint/2018/8/main">
  <p188:author id="{c083d328-557d-0d29-2f7f-bb550e231201}" name="Ada Lovelace" userId="{c083d328-557d-0d29-2f7f-bb550e231201}" providerId="None"/>
  <p188:author id="{b42f6eb5-ef19-af16-5235-d87b059ddc96}" name="Grace Hopper" userId="{b42f6eb5-ef19-af16-5235-d87b059ddc96}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/Relationships>
</file>

<file path=ppt/comments/commentSlide1.xml><?xml version="1.0" encoding="utf-8"?>
<p188:cmLst xmlns:a="http://schemas.openxmlformats.org/drawingml/2006/main" xmlns:p="http://schemas.openxmlformats.org/presentationml/2006/main" xmlns:p188="http://schemas.microsoft.com/office/powerpoint/2018/8/main" xmlns:pc="http://schemas.microsoft.com/office/powerpoint/2013/main/command">
  <p188:cm id="{d391a9d5-3ce6-aa1a-9bec-89574ff8befc}" authorId="{c083d328-557d-0d29-2f7f-bb550e231201}" startDate="2026-08-10T04:09:57.726Z">
    <pc:sldMkLst>
      <pc:docMkLst>
        <pc:docMk/>
      </pc:docMkLst>
      <pc:sldMk sldId="256"/>
    </pc:sldMkLst>
    <p188:replyLst>
      <p188:reply id="{d1b40227-af45-b9f9-86b9-f9feb1b7e9ff}" authorId="{b42f6eb5-ef19-af16-5235-d87b059ddc96}" created="2026-08-10T04:09:57.726Z">
        <p188:txBody>
          <a:bodyPr/>
          <a:lstStyle/>
          <a:p>
            <a:r>
              <a:rPr lang="en-US" dirty="0"/>
              <a:t>Looks good</a:t>
            </a:r>
          </a:p>
        </p188:txBody>
      </p188:reply>
    </p188:replyLst>
    <p188:txBody>
      <a:bodyPr/>
      <a:lstStyle/>
      <a:p>
        <a:r>
          <a:rPr lang="en-US" dirty="0"/>
          <a:t>Review the title</a:t>
        </a:r>
      </a:p>
    </p188:txBody>
  </p188:cm>
</p188:cmLst>
</file>

<file path=ppt/comments/commentSlide2.xml><?xml version="1.0" encoding="utf-8"?>
<p188:cmLst xmlns:a="http://schemas.openxmlformats.org/drawingml/2006/main" xmlns:p="http://schemas.openxmlformats.org/presentationml/2006/main" xmlns:p188="http://schemas.microsoft.com/office/powerpoint/2018/8/main" xmlns:pc="http://schemas.microsoft.com/office/powerpoint/2013/main/command">
  <p188:cm id="{08fbc47e-74bc-788e-c21e-ccc6ba9d1a0c}" authorId="{c083d328-557d-0d29-2f7f-bb550e231201}" startDate="2026-08-10T04:09:57.727Z">
    <pc:sldMkLst>
      <pc:docMkLst>
        <pc:docMk/>
      </pc:docMkLst>
      <pc:sldMk sldId="257"/>
    </pc:sldMkLst>
    <p188:txBody>
      <a:bodyPr/>
      <a:lstStyle/>
      <a:p>
        <a:r>
          <a:rPr lang="en-US" dirty="0"/>
          <a:t>Second slide note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microsoft.com/office/2018/10/relationships/comments" Target="../comments/comment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microsoft.com/office/2018/10/relationships/comments" Target="../comments/comment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p14="http://schemas.microsoft.com/office/powerpoint/2010/main" xmlns:mc="http://schemas.openxmlformats.org/markup-compatibility/2006" mc:Ignorable="a14 p14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Fade slide with comment</a:t>
            </a: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p14="http://schemas.microsoft.com/office/powerpoint/2010/main" xmlns:mc="http://schemas.openxmlformats.org/markup-compatibility/2006" mc:Ignorable="a14 p14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Push up</a:t>
            </a:r>
            <a:endParaRPr lang="en-US" sz="2800" dirty="0"/>
          </a:p>
        </p:txBody>
      </p:sp>
    </p:spTree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p14="http://schemas.microsoft.com/office/powerpoint/2010/main" xmlns:mc="http://schemas.openxmlformats.org/markup-compatibility/2006" mc:Ignorable="a14 p14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Zoom out</a:t>
            </a:r>
            <a:endParaRPr lang="en-US" sz="2800" dirty="0"/>
          </a:p>
        </p:txBody>
      </p:sp>
    </p:spTree>
  </p:cSld>
  <p:clrMapOvr>
    <a:masterClrMapping/>
  </p:clrMapOvr>
  <p:transition>
    <p:zoom dir="ou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2026-08-10T04:09:57Z</dcterms:created>
  <dcterms:modified xsi:type="dcterms:W3CDTF">2026-08-10T04:09:57Z</dcterms:modified>
</cp:coreProperties>
</file>