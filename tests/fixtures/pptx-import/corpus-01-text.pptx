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corpus 01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mon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Corpus 01 — Text fidelity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Plain run, 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bold run, </a:t>
            </a:r>
            <a:pPr indent="0" marL="0">
              <a:buNone/>
            </a:pPr>
            <a:r>
              <a:rPr lang="en-US" sz="1800" i="1" dirty="0">
                <a:solidFill>
                  <a:srgbClr val="C0392B"/>
                </a:solidFill>
              </a:rPr>
              <a:t>italic red run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First bullet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Second bullet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Third bullet</a:t>
            </a:r>
            <a:endParaRPr lang="en-US" sz="16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0563C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Mona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60720" y="1188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中文文本与émojis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2026-07-18T07:51:36Z</dcterms:created>
  <dcterms:modified xsi:type="dcterms:W3CDTF">2026-07-18T07:51:36Z</dcterms:modified>
</cp:coreProperties>
</file>