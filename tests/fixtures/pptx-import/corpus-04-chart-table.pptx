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234</c:v>
                </c:pt>
                <c:pt idx="2">
                  <c:v>190</c:v>
                </c:pt>
                <c:pt idx="3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40</c:v>
                </c:pt>
                <c:pt idx="2">
                  <c:v>25</c:v>
                </c:pt>
                <c:pt idx="3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365760" y="36576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4754880" y="36576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365760" y="3017520"/>
          <a:ext cx="3108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301752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Merged cell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2026-07-18T07:51:36Z</dcterms:created>
  <dcterms:modified xsi:type="dcterms:W3CDTF">2026-07-18T07:51:36Z</dcterms:modified>
</cp:coreProperties>
</file>