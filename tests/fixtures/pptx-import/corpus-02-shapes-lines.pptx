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solidFill>
            <a:srgbClr val="5B9BD5"/>
          </a:solidFill>
          <a:ln w="25400">
            <a:solidFill>
              <a:srgbClr val="2E5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457200"/>
            <a:ext cx="1828800" cy="1097280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57200"/>
            <a:ext cx="1463040" cy="146304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5" name="Shape 3"/>
          <p:cNvSpPr/>
          <p:nvPr/>
        </p:nvSpPr>
        <p:spPr>
          <a:xfrm rot="1500000">
            <a:off x="6949440" y="457200"/>
            <a:ext cx="1463040" cy="1280160"/>
          </a:xfrm>
          <a:prstGeom prst="triangle">
            <a:avLst/>
          </a:prstGeom>
          <a:solidFill>
            <a:srgbClr val="FFC000"/>
          </a:solidFill>
          <a:ln/>
        </p:spPr>
      </p:sp>
      <p:sp>
        <p:nvSpPr>
          <p:cNvPr id="6" name="Shape 4"/>
          <p:cNvSpPr/>
          <p:nvPr/>
        </p:nvSpPr>
        <p:spPr>
          <a:xfrm flipH="1" rot="20400000">
            <a:off x="457200" y="2011680"/>
            <a:ext cx="1828800" cy="1097280"/>
          </a:xfrm>
          <a:prstGeom prst="rect">
            <a:avLst/>
          </a:prstGeom>
          <a:solidFill>
            <a:srgbClr val="A5A5A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2011680"/>
            <a:ext cx="2286000" cy="109728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Text in shape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36576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657600"/>
            <a:ext cx="3657600" cy="731520"/>
          </a:xfrm>
          <a:prstGeom prst="line">
            <a:avLst/>
          </a:prstGeom>
          <a:noFill/>
          <a:ln w="25400">
            <a:solidFill>
              <a:srgbClr val="4472C4"/>
            </a:solidFill>
            <a:prstDash val="dash"/>
            <a:headEnd type="oval"/>
            <a:tailEnd type="arrow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2026-07-18T07:51:36Z</dcterms:created>
  <dcterms:modified xsi:type="dcterms:W3CDTF">2026-07-18T07:51:36Z</dcterms:modified>
</cp:coreProperties>
</file>