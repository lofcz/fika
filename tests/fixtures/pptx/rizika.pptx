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360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485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8098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6375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058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176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08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453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652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72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434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05F9B-7714-4DE5-981C-9E723341DB55}" type="datetimeFigureOut">
              <a:rPr lang="cs-CZ" smtClean="0"/>
              <a:t>20.04.2020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768C3-08BB-431F-B07F-0B1E45F928A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585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34724196/entity-framework-code-is-slow-when-using-include-many-times" TargetMode="External"/><Relationship Id="rId2" Type="http://schemas.openxmlformats.org/officeDocument/2006/relationships/hyperlink" Target="https://www.red-gate.com/simple-talk/dotnet/net-tools/entity-framework-performance-and-what-you-can-do-about-i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ckoverflow.com/questions/5943394/why-is-inserting-entities-in-ef-4-1-so-slow-compared-to-objectcontext/5943699#5943699" TargetMode="External"/><Relationship Id="rId4" Type="http://schemas.openxmlformats.org/officeDocument/2006/relationships/hyperlink" Target="https://stackoverflow.com/questions/5940225/fastest-way-of-inserting-in-entity-frame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Rizika použití EF s ohledem na výkonnost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7785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Obsah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 err="1" smtClean="0"/>
              <a:t>ToList</a:t>
            </a:r>
            <a:r>
              <a:rPr lang="en-US" dirty="0" smtClean="0"/>
              <a:t>() - </a:t>
            </a:r>
            <a:r>
              <a:rPr lang="cs-CZ" dirty="0" smtClean="0"/>
              <a:t>Hladový začátečník + </a:t>
            </a:r>
            <a:r>
              <a:rPr lang="cs-CZ" dirty="0" err="1" smtClean="0"/>
              <a:t>AsNoTracking</a:t>
            </a:r>
            <a:endParaRPr lang="cs-CZ" dirty="0" smtClean="0"/>
          </a:p>
          <a:p>
            <a:r>
              <a:rPr lang="cs-CZ" dirty="0" smtClean="0"/>
              <a:t>Příliš mnoho parametrů v </a:t>
            </a:r>
            <a:r>
              <a:rPr lang="cs-CZ" dirty="0" err="1" smtClean="0"/>
              <a:t>selektu</a:t>
            </a:r>
            <a:endParaRPr lang="cs-CZ" dirty="0" smtClean="0"/>
          </a:p>
          <a:p>
            <a:r>
              <a:rPr lang="cs-CZ" dirty="0" smtClean="0"/>
              <a:t>N+1</a:t>
            </a:r>
            <a:r>
              <a:rPr lang="en-US" dirty="0" smtClean="0"/>
              <a:t> – loading FK relationship</a:t>
            </a:r>
            <a:endParaRPr lang="cs-CZ" dirty="0" smtClean="0"/>
          </a:p>
          <a:p>
            <a:r>
              <a:rPr lang="cs-CZ" dirty="0" smtClean="0"/>
              <a:t>N+1 zanořený</a:t>
            </a:r>
          </a:p>
          <a:p>
            <a:r>
              <a:rPr lang="cs-CZ" dirty="0" err="1" smtClean="0"/>
              <a:t>Bulk</a:t>
            </a:r>
            <a:r>
              <a:rPr lang="cs-CZ" dirty="0" smtClean="0"/>
              <a:t> insert (</a:t>
            </a:r>
            <a:r>
              <a:rPr lang="en-US" dirty="0" err="1" smtClean="0"/>
              <a:t>kdy</a:t>
            </a:r>
            <a:r>
              <a:rPr lang="en-US" dirty="0" smtClean="0"/>
              <a:t> </a:t>
            </a:r>
            <a:r>
              <a:rPr lang="en-US" dirty="0" err="1" smtClean="0"/>
              <a:t>volat</a:t>
            </a:r>
            <a:r>
              <a:rPr lang="en-US" dirty="0" smtClean="0"/>
              <a:t> </a:t>
            </a:r>
            <a:r>
              <a:rPr lang="cs-CZ" dirty="0" err="1" smtClean="0"/>
              <a:t>SaveChanges</a:t>
            </a:r>
            <a:r>
              <a:rPr lang="en-US" dirty="0" smtClean="0"/>
              <a:t>()</a:t>
            </a:r>
            <a:r>
              <a:rPr lang="cs-CZ" dirty="0" smtClean="0"/>
              <a:t> </a:t>
            </a:r>
            <a:r>
              <a:rPr lang="en-US" dirty="0" smtClean="0"/>
              <a:t> + </a:t>
            </a:r>
            <a:r>
              <a:rPr lang="en-US" dirty="0" err="1" smtClean="0"/>
              <a:t>AutoDetectChangesEnabled</a:t>
            </a:r>
            <a:r>
              <a:rPr lang="cs-CZ" dirty="0" smtClean="0"/>
              <a:t>)</a:t>
            </a:r>
          </a:p>
          <a:p>
            <a:r>
              <a:rPr lang="cs-CZ" dirty="0" err="1" smtClean="0"/>
              <a:t>Bulk</a:t>
            </a:r>
            <a:r>
              <a:rPr lang="cs-CZ" dirty="0" smtClean="0"/>
              <a:t> </a:t>
            </a:r>
            <a:r>
              <a:rPr lang="cs-CZ" dirty="0" smtClean="0"/>
              <a:t>update/</a:t>
            </a:r>
            <a:r>
              <a:rPr lang="cs-CZ" dirty="0" err="1" smtClean="0"/>
              <a:t>delete</a:t>
            </a:r>
            <a:endParaRPr lang="cs-CZ" dirty="0" smtClean="0"/>
          </a:p>
          <a:p>
            <a:r>
              <a:rPr lang="cs-CZ" dirty="0"/>
              <a:t>Filtrování</a:t>
            </a:r>
            <a:r>
              <a:rPr lang="en-US" dirty="0"/>
              <a:t> – make query as simple as </a:t>
            </a:r>
            <a:r>
              <a:rPr lang="en-US" dirty="0" smtClean="0"/>
              <a:t>possible</a:t>
            </a:r>
            <a:endParaRPr lang="en-US" dirty="0"/>
          </a:p>
          <a:p>
            <a:r>
              <a:rPr lang="cs-CZ" dirty="0" smtClean="0"/>
              <a:t>MARS</a:t>
            </a:r>
          </a:p>
          <a:p>
            <a:r>
              <a:rPr lang="cs-CZ" dirty="0" err="1" smtClean="0"/>
              <a:t>Enlist</a:t>
            </a:r>
            <a:endParaRPr lang="cs-CZ" dirty="0" smtClean="0"/>
          </a:p>
          <a:p>
            <a:r>
              <a:rPr lang="cs-CZ" dirty="0" err="1" smtClean="0"/>
              <a:t>Indexes</a:t>
            </a:r>
            <a:r>
              <a:rPr lang="cs-CZ" dirty="0" smtClean="0"/>
              <a:t>, </a:t>
            </a:r>
            <a:r>
              <a:rPr lang="cs-CZ" dirty="0" err="1" smtClean="0"/>
              <a:t>bad</a:t>
            </a:r>
            <a:r>
              <a:rPr lang="cs-CZ" dirty="0" smtClean="0"/>
              <a:t> parametr </a:t>
            </a:r>
            <a:r>
              <a:rPr lang="cs-CZ" dirty="0" err="1" smtClean="0"/>
              <a:t>sniffing</a:t>
            </a:r>
            <a:r>
              <a:rPr lang="cs-CZ" dirty="0" smtClean="0"/>
              <a:t> and </a:t>
            </a:r>
            <a:r>
              <a:rPr lang="cs-CZ" dirty="0" err="1" smtClean="0"/>
              <a:t>execution</a:t>
            </a:r>
            <a:r>
              <a:rPr lang="cs-CZ" dirty="0" smtClean="0"/>
              <a:t> </a:t>
            </a:r>
            <a:r>
              <a:rPr lang="cs-CZ" dirty="0" err="1" smtClean="0"/>
              <a:t>plans</a:t>
            </a:r>
            <a:r>
              <a:rPr lang="cs-CZ" dirty="0" smtClean="0"/>
              <a:t>, skip/</a:t>
            </a:r>
            <a:r>
              <a:rPr lang="cs-CZ" dirty="0" err="1" smtClean="0"/>
              <a:t>take</a:t>
            </a:r>
            <a:r>
              <a:rPr lang="en-US" dirty="0" smtClean="0"/>
              <a:t> lambda</a:t>
            </a:r>
            <a:r>
              <a:rPr lang="cs-CZ" dirty="0" smtClean="0"/>
              <a:t> (</a:t>
            </a:r>
            <a:r>
              <a:rPr lang="cs-CZ" dirty="0" err="1" smtClean="0"/>
              <a:t>too</a:t>
            </a:r>
            <a:r>
              <a:rPr lang="cs-CZ" dirty="0" smtClean="0"/>
              <a:t> many </a:t>
            </a:r>
            <a:r>
              <a:rPr lang="cs-CZ" dirty="0" err="1" smtClean="0"/>
              <a:t>execution</a:t>
            </a:r>
            <a:r>
              <a:rPr lang="cs-CZ" dirty="0" smtClean="0"/>
              <a:t> </a:t>
            </a:r>
            <a:r>
              <a:rPr lang="cs-CZ" dirty="0" err="1" smtClean="0"/>
              <a:t>plans</a:t>
            </a:r>
            <a:r>
              <a:rPr lang="cs-CZ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827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Model pro příklady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905" y="1552677"/>
            <a:ext cx="10982190" cy="494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44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pro p</a:t>
            </a:r>
            <a:r>
              <a:rPr lang="cs-CZ" dirty="0" err="1" smtClean="0"/>
              <a:t>říklady</a:t>
            </a:r>
            <a:r>
              <a:rPr lang="cs-CZ" dirty="0" smtClean="0"/>
              <a:t> - </a:t>
            </a:r>
            <a:r>
              <a:rPr lang="cs-CZ" dirty="0" err="1" smtClean="0"/>
              <a:t>nested</a:t>
            </a:r>
            <a:endParaRPr lang="cs-CZ" dirty="0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23" y="2180706"/>
            <a:ext cx="11325239" cy="247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3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r>
              <a:rPr lang="cs-CZ" dirty="0" err="1" smtClean="0"/>
              <a:t>říklady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ToList</a:t>
            </a:r>
            <a:r>
              <a:rPr lang="en-US" dirty="0" smtClean="0"/>
              <a:t>()</a:t>
            </a:r>
          </a:p>
          <a:p>
            <a:r>
              <a:rPr lang="en-US" dirty="0" err="1" smtClean="0"/>
              <a:t>AsNoTracking</a:t>
            </a:r>
            <a:r>
              <a:rPr lang="en-US" dirty="0" smtClean="0"/>
              <a:t>()</a:t>
            </a:r>
          </a:p>
          <a:p>
            <a:r>
              <a:rPr lang="en-US" dirty="0" smtClean="0"/>
              <a:t>Select(x=&gt; new {x.prop1, x. prop2})</a:t>
            </a:r>
          </a:p>
          <a:p>
            <a:r>
              <a:rPr lang="en-US" dirty="0" smtClean="0"/>
              <a:t>Include() - N+1</a:t>
            </a:r>
          </a:p>
          <a:p>
            <a:r>
              <a:rPr lang="en-US" dirty="0" err="1" smtClean="0"/>
              <a:t>ThenInclude</a:t>
            </a:r>
            <a:r>
              <a:rPr lang="en-US" dirty="0" smtClean="0"/>
              <a:t>() – N+1 nested</a:t>
            </a:r>
          </a:p>
          <a:p>
            <a:r>
              <a:rPr lang="en-US" dirty="0" smtClean="0"/>
              <a:t>Insert</a:t>
            </a:r>
          </a:p>
          <a:p>
            <a:r>
              <a:rPr lang="en-US" dirty="0" smtClean="0"/>
              <a:t>Update</a:t>
            </a:r>
            <a:endParaRPr lang="cs-CZ" dirty="0" smtClean="0"/>
          </a:p>
          <a:p>
            <a:r>
              <a:rPr lang="cs-CZ" dirty="0" smtClean="0"/>
              <a:t>MARS</a:t>
            </a:r>
          </a:p>
          <a:p>
            <a:r>
              <a:rPr lang="cs-CZ" dirty="0" smtClean="0"/>
              <a:t>Filtrování</a:t>
            </a:r>
            <a:endParaRPr lang="en-US" dirty="0" smtClean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4852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connectionString</a:t>
            </a:r>
            <a:r>
              <a:rPr lang="cs-CZ" dirty="0"/>
              <a:t>="</a:t>
            </a:r>
            <a:r>
              <a:rPr lang="cs-CZ" dirty="0" err="1"/>
              <a:t>metadata</a:t>
            </a:r>
            <a:r>
              <a:rPr lang="cs-CZ" dirty="0"/>
              <a:t>=res://*/Eshop.csdl|res://*/Eshop.ssdl|res://*/Eshop.msl;provider=System.Data.SqlClient;provider </a:t>
            </a:r>
            <a:r>
              <a:rPr lang="cs-CZ" dirty="0" err="1"/>
              <a:t>connection</a:t>
            </a:r>
            <a:r>
              <a:rPr lang="cs-CZ" dirty="0"/>
              <a:t> </a:t>
            </a:r>
            <a:r>
              <a:rPr lang="cs-CZ" dirty="0" err="1"/>
              <a:t>string</a:t>
            </a:r>
            <a:r>
              <a:rPr lang="cs-CZ" dirty="0"/>
              <a:t>=&amp;</a:t>
            </a:r>
            <a:r>
              <a:rPr lang="cs-CZ" dirty="0" err="1"/>
              <a:t>quot;data</a:t>
            </a:r>
            <a:r>
              <a:rPr lang="cs-CZ" dirty="0"/>
              <a:t> </a:t>
            </a:r>
            <a:r>
              <a:rPr lang="cs-CZ" dirty="0" smtClean="0"/>
              <a:t>source=</a:t>
            </a:r>
            <a:r>
              <a:rPr lang="cs-CZ" dirty="0" err="1" smtClean="0"/>
              <a:t>pokus;initial</a:t>
            </a:r>
            <a:r>
              <a:rPr lang="cs-CZ" dirty="0" smtClean="0"/>
              <a:t> </a:t>
            </a:r>
            <a:r>
              <a:rPr lang="cs-CZ" dirty="0" err="1"/>
              <a:t>catalog</a:t>
            </a:r>
            <a:r>
              <a:rPr lang="cs-CZ" dirty="0"/>
              <a:t>=</a:t>
            </a:r>
            <a:r>
              <a:rPr lang="cs-CZ" dirty="0" err="1"/>
              <a:t>eshop;integrated</a:t>
            </a:r>
            <a:r>
              <a:rPr lang="cs-CZ" dirty="0"/>
              <a:t> </a:t>
            </a:r>
            <a:r>
              <a:rPr lang="cs-CZ" dirty="0" err="1"/>
              <a:t>security</a:t>
            </a:r>
            <a:r>
              <a:rPr lang="cs-CZ" dirty="0"/>
              <a:t>=</a:t>
            </a:r>
            <a:r>
              <a:rPr lang="cs-CZ" dirty="0" err="1"/>
              <a:t>True;</a:t>
            </a:r>
            <a:r>
              <a:rPr lang="cs-CZ" dirty="0" err="1">
                <a:solidFill>
                  <a:srgbClr val="FF0000"/>
                </a:solidFill>
              </a:rPr>
              <a:t>MultipleActiveResultSets</a:t>
            </a:r>
            <a:r>
              <a:rPr lang="cs-CZ" dirty="0">
                <a:solidFill>
                  <a:srgbClr val="FF0000"/>
                </a:solidFill>
              </a:rPr>
              <a:t>=</a:t>
            </a:r>
            <a:r>
              <a:rPr lang="cs-CZ" dirty="0" err="1">
                <a:solidFill>
                  <a:srgbClr val="FF0000"/>
                </a:solidFill>
              </a:rPr>
              <a:t>True</a:t>
            </a:r>
            <a:r>
              <a:rPr lang="cs-CZ" dirty="0" err="1"/>
              <a:t>;App</a:t>
            </a:r>
            <a:r>
              <a:rPr lang="cs-CZ" dirty="0"/>
              <a:t>=</a:t>
            </a:r>
            <a:r>
              <a:rPr lang="cs-CZ" dirty="0" err="1"/>
              <a:t>EntityFramework&amp;quot</a:t>
            </a:r>
            <a:r>
              <a:rPr lang="cs-CZ" dirty="0" smtClean="0"/>
              <a:t>;„</a:t>
            </a:r>
          </a:p>
          <a:p>
            <a:r>
              <a:rPr lang="cs-CZ" dirty="0" smtClean="0"/>
              <a:t>Umožní </a:t>
            </a:r>
            <a:r>
              <a:rPr lang="en-US" dirty="0" smtClean="0"/>
              <a:t>m</a:t>
            </a:r>
            <a:r>
              <a:rPr lang="cs-CZ" dirty="0" err="1" smtClean="0"/>
              <a:t>ít</a:t>
            </a:r>
            <a:r>
              <a:rPr lang="cs-CZ" dirty="0" smtClean="0"/>
              <a:t> otevřeno vícero </a:t>
            </a:r>
            <a:r>
              <a:rPr lang="cs-CZ" dirty="0" err="1" smtClean="0"/>
              <a:t>datareader</a:t>
            </a:r>
            <a:r>
              <a:rPr lang="cs-CZ" dirty="0" smtClean="0"/>
              <a:t> zároveň na jedné </a:t>
            </a:r>
            <a:r>
              <a:rPr lang="cs-CZ" dirty="0" err="1" smtClean="0"/>
              <a:t>connection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8621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Enlist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Distribuovan</a:t>
            </a:r>
            <a:r>
              <a:rPr lang="cs-CZ" dirty="0" smtClean="0"/>
              <a:t>é transakce</a:t>
            </a:r>
          </a:p>
          <a:p>
            <a:r>
              <a:rPr lang="cs-CZ" dirty="0" smtClean="0"/>
              <a:t>Default: „</a:t>
            </a:r>
            <a:r>
              <a:rPr lang="cs-CZ" dirty="0" err="1" smtClean="0"/>
              <a:t>true</a:t>
            </a:r>
            <a:r>
              <a:rPr lang="cs-CZ" dirty="0" smtClean="0"/>
              <a:t>“</a:t>
            </a:r>
          </a:p>
          <a:p>
            <a:endParaRPr lang="cs-CZ" dirty="0"/>
          </a:p>
          <a:p>
            <a:r>
              <a:rPr lang="cs-CZ" dirty="0" err="1" smtClean="0"/>
              <a:t>connectionString</a:t>
            </a:r>
            <a:r>
              <a:rPr lang="cs-CZ" dirty="0" smtClean="0"/>
              <a:t>="</a:t>
            </a:r>
            <a:r>
              <a:rPr lang="cs-CZ" dirty="0" err="1" smtClean="0"/>
              <a:t>metadata</a:t>
            </a:r>
            <a:r>
              <a:rPr lang="cs-CZ" dirty="0" smtClean="0"/>
              <a:t>=res://*/Eshop.csdl|res://*/Eshop.ssdl|res://*/Eshop.msl;provider=System.Data.SqlClient;provider </a:t>
            </a:r>
            <a:r>
              <a:rPr lang="cs-CZ" dirty="0" err="1" smtClean="0"/>
              <a:t>connection</a:t>
            </a:r>
            <a:r>
              <a:rPr lang="cs-CZ" dirty="0" smtClean="0"/>
              <a:t> </a:t>
            </a:r>
            <a:r>
              <a:rPr lang="cs-CZ" dirty="0" err="1" smtClean="0"/>
              <a:t>string</a:t>
            </a:r>
            <a:r>
              <a:rPr lang="cs-CZ" dirty="0" smtClean="0"/>
              <a:t>=&amp;</a:t>
            </a:r>
            <a:r>
              <a:rPr lang="cs-CZ" dirty="0" err="1" smtClean="0"/>
              <a:t>quot;data</a:t>
            </a:r>
            <a:r>
              <a:rPr lang="cs-CZ" dirty="0" smtClean="0"/>
              <a:t> source=</a:t>
            </a:r>
            <a:r>
              <a:rPr lang="cs-CZ" dirty="0" err="1" smtClean="0"/>
              <a:t>pokus;initial</a:t>
            </a:r>
            <a:r>
              <a:rPr lang="cs-CZ" dirty="0" smtClean="0"/>
              <a:t> </a:t>
            </a:r>
            <a:r>
              <a:rPr lang="cs-CZ" dirty="0" err="1" smtClean="0"/>
              <a:t>catalog</a:t>
            </a:r>
            <a:r>
              <a:rPr lang="cs-CZ" dirty="0" smtClean="0"/>
              <a:t>=</a:t>
            </a:r>
            <a:r>
              <a:rPr lang="cs-CZ" dirty="0" err="1" smtClean="0"/>
              <a:t>eshop;integrated</a:t>
            </a:r>
            <a:r>
              <a:rPr lang="cs-CZ" dirty="0" smtClean="0"/>
              <a:t> </a:t>
            </a:r>
            <a:r>
              <a:rPr lang="cs-CZ" dirty="0" err="1" smtClean="0"/>
              <a:t>security</a:t>
            </a:r>
            <a:r>
              <a:rPr lang="cs-CZ" dirty="0" smtClean="0"/>
              <a:t>=</a:t>
            </a:r>
            <a:r>
              <a:rPr lang="cs-CZ" dirty="0" err="1" smtClean="0"/>
              <a:t>True;</a:t>
            </a:r>
            <a:r>
              <a:rPr lang="cs-CZ" dirty="0" err="1" smtClean="0">
                <a:solidFill>
                  <a:srgbClr val="FF0000"/>
                </a:solidFill>
              </a:rPr>
              <a:t>Enlist</a:t>
            </a:r>
            <a:r>
              <a:rPr lang="cs-CZ" dirty="0" smtClean="0">
                <a:solidFill>
                  <a:srgbClr val="FF0000"/>
                </a:solidFill>
              </a:rPr>
              <a:t>=</a:t>
            </a:r>
            <a:r>
              <a:rPr lang="cs-CZ" dirty="0" err="1" smtClean="0">
                <a:solidFill>
                  <a:srgbClr val="FF0000"/>
                </a:solidFill>
              </a:rPr>
              <a:t>True</a:t>
            </a:r>
            <a:r>
              <a:rPr lang="cs-CZ" dirty="0" err="1" smtClean="0"/>
              <a:t>;App</a:t>
            </a:r>
            <a:r>
              <a:rPr lang="cs-CZ" dirty="0" smtClean="0"/>
              <a:t>=</a:t>
            </a:r>
            <a:r>
              <a:rPr lang="cs-CZ" dirty="0" err="1" smtClean="0"/>
              <a:t>EntityFramework&amp;quot</a:t>
            </a:r>
            <a:r>
              <a:rPr lang="cs-CZ" dirty="0" smtClean="0"/>
              <a:t>;"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82714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Odkazy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https://www.red-gate.com/simple-talk/dotnet/net-tools/entity-framework-performance-and-what-you-can-do-about-it</a:t>
            </a:r>
            <a:r>
              <a:rPr lang="cs-CZ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cs-CZ" dirty="0" smtClean="0">
                <a:hlinkClick r:id="rId3"/>
              </a:rPr>
              <a:t>https://stackoverflow.com/questions/34724196/entity-framework-code-is-slow-when-using-include-many-times</a:t>
            </a:r>
            <a:endParaRPr lang="cs-CZ" dirty="0" smtClean="0"/>
          </a:p>
          <a:p>
            <a:r>
              <a:rPr lang="cs-CZ" dirty="0" smtClean="0">
                <a:hlinkClick r:id="rId4"/>
              </a:rPr>
              <a:t>https://stackoverflow.com/questions/5940225/fastest-way-of-inserting-in-entity-framework</a:t>
            </a:r>
            <a:endParaRPr lang="cs-CZ" dirty="0" smtClean="0"/>
          </a:p>
          <a:p>
            <a:r>
              <a:rPr lang="cs-CZ" dirty="0" smtClean="0">
                <a:hlinkClick r:id="rId5"/>
              </a:rPr>
              <a:t>https://stackoverflow.com/questions/5943394/why-is-inserting-entities-in-ef-4-1-so-slow-compared-to-objectcontext/5943699#5943699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2818578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172</Words>
  <Application>Microsoft Office PowerPoint</Application>
  <PresentationFormat>Širokoúhlá obrazovka</PresentationFormat>
  <Paragraphs>37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Motiv Office</vt:lpstr>
      <vt:lpstr>Rizika použití EF s ohledem na výkonnost</vt:lpstr>
      <vt:lpstr>Obsah</vt:lpstr>
      <vt:lpstr>Model pro příklady</vt:lpstr>
      <vt:lpstr>Model pro příklady - nested</vt:lpstr>
      <vt:lpstr>Příklady</vt:lpstr>
      <vt:lpstr>MARS</vt:lpstr>
      <vt:lpstr>Enlist</vt:lpstr>
      <vt:lpstr>Odkazy</vt:lpstr>
    </vt:vector>
  </TitlesOfParts>
  <Company>www.scio.cz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Rizika použití EF s ohledem na výkonnost</dc:title>
  <dc:creator>Michal Petřík</dc:creator>
  <cp:lastModifiedBy>Michal Petřík</cp:lastModifiedBy>
  <cp:revision>39</cp:revision>
  <dcterms:created xsi:type="dcterms:W3CDTF">2020-04-07T07:55:01Z</dcterms:created>
  <dcterms:modified xsi:type="dcterms:W3CDTF">2020-04-20T10:28:49Z</dcterms:modified>
</cp:coreProperties>
</file>